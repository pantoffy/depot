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583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" y="12984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WarehouseManagement + WarehouseAPI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2148840"/>
            <a:ext cx="6446520" cy="2057400"/>
          </a:xfrm>
          <a:prstGeom prst="roundRect">
            <a:avLst>
              <a:gd name="adj" fmla="val 2222"/>
            </a:avLst>
          </a:prstGeom>
          <a:solidFill>
            <a:srgbClr val="D9EAF7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606040"/>
            <a:ext cx="571500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tiêu: xây dựng website hỗ trợ quản lý kho, theo dõi nhập kho, xuất kho, tồn kho và các dữ liệu liên quan.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3520440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Công nghệ sử dụng: ReactJS, ASP.NET Core Web API, SQL Server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Lý do chọn đề tài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14984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kho là công việc thường gặp trong doanh nghiệp, cửa hàng hoặc bộ phận vật tư.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Nếu quản lý bằng giấy tờ hoặc Excel rời rạc thì dễ bị nhầm số lượng, khó tra cứu.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Đề tài giúp em vận dụng kiến thức lập trình web, cơ sở dữ liệu và xây dựng API.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hướng tới việc quản lý dữ liệu rõ ràng, dễ thao tác và dễ mở rộng.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874520" y="4572000"/>
            <a:ext cx="8412480" cy="868680"/>
          </a:xfrm>
          <a:prstGeom prst="roundRect">
            <a:avLst>
              <a:gd name="adj" fmla="val 5263"/>
            </a:avLst>
          </a:prstGeom>
          <a:solidFill>
            <a:srgbClr val="E2F0D9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4709160"/>
            <a:ext cx="80832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Ý tưởng chính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39112" y="5074920"/>
            <a:ext cx="8083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một hệ thống web đơn giản để người dùng có thể nhập dữ liệu kho, lập phiếu và xem tình trạng tồn kho.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 của đồ án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D9EAF7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554480"/>
            <a:ext cx="47457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 chung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87552" y="1920240"/>
            <a:ext cx="474573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website quản lý kho có giao diện dễ sử dụng, có backend xử lý dữ liệu và lưu trữ bằng cơ sở dữ liệu.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E2F0D9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554480"/>
            <a:ext cx="47457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 chức năng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73952" y="1920240"/>
            <a:ext cx="474573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vật tư, nhà cung cấp, kho, phiếu nhập, phiếu xuất, kiểm kê và báo cáo tồn kho.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315468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CE4D6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291840"/>
            <a:ext cx="47457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 kỹ thuật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7552" y="3657600"/>
            <a:ext cx="474573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Áp dụng ReactJS cho giao diện, ASP.NET Core Web API cho backend và SQL Server để lưu dữ liệu.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09360" y="315468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D9EAF7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291840"/>
            <a:ext cx="474573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Mục tiêu học tập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73952" y="3657600"/>
            <a:ext cx="4745736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Hiểu quy trình xây dựng một hệ thống web từ giao diện, API, cơ sở dữ liệu đến xử lý nghiệp vụ.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Mô tả chung hệ thống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Người dùng đăng nhập vào hệ thống trước khi sử dụng.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chính có menu để truy cập các chức năng quản lý kho.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gửi yêu cầu đến backend thông qua API.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kiểm tra, xử lý nghiệp vụ và lưu dữ liệu vào SQL Server.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Dữ liệu sau khi lưu được hiển thị lại trên giao diện để người dùng theo dõi.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4663440"/>
            <a:ext cx="2103120" cy="594360"/>
          </a:xfrm>
          <a:prstGeom prst="roundRect">
            <a:avLst>
              <a:gd name="adj" fmla="val 6154"/>
            </a:avLst>
          </a:prstGeom>
          <a:solidFill>
            <a:srgbClr val="D9EAF7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4663440"/>
            <a:ext cx="2103120" cy="594360"/>
          </a:xfrm>
          <a:prstGeom prst="roundRect">
            <a:avLst>
              <a:gd name="adj" fmla="val 6154"/>
            </a:avLst>
          </a:prstGeom>
          <a:solidFill>
            <a:srgbClr val="E2F0D9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0" y="4663440"/>
            <a:ext cx="2103120" cy="594360"/>
          </a:xfrm>
          <a:prstGeom prst="roundRect">
            <a:avLst>
              <a:gd name="adj" fmla="val 6154"/>
            </a:avLst>
          </a:prstGeom>
          <a:solidFill>
            <a:srgbClr val="FCE4D6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828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4828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23960" y="48280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Cơ sở dữ liệu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7560" y="4956048"/>
            <a:ext cx="169164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32320" y="4956048"/>
            <a:ext cx="1691640" cy="0"/>
          </a:xfrm>
          <a:prstGeom prst="line">
            <a:avLst/>
          </a:prstGeom>
          <a:noFill/>
          <a:ln w="15240">
            <a:solidFill>
              <a:srgbClr val="55555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chức năng chính đã xây dựng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D9EAF7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463040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Quản lý dữ liệu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18288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Vật tư, nhà cung cấp, kho, đơn vị, danh mục.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63040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Hoạt động kho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18288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Lập phiếu nhập kho, phiếu xuất kho và đơn đặt hàng.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CE4D6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463040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kê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11312" y="18288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Tạo phiếu kiểm kê, ghi nhận số lượng thực tế và chênh lệch.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200400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Tồn kho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6112" y="356616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dõi số lượng vật tư theo từng kho.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89120" y="306324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FCE4D6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200400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Báo cáo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53712" y="356616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Xem báo cáo xuất nhập tồn và xuất dữ liệu Excel.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46720" y="3063240"/>
            <a:ext cx="3429000" cy="1143000"/>
          </a:xfrm>
          <a:prstGeom prst="roundRect">
            <a:avLst>
              <a:gd name="adj" fmla="val 4000"/>
            </a:avLst>
          </a:prstGeom>
          <a:solidFill>
            <a:srgbClr val="D9EAF7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3200400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 khoản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11312" y="356616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Đăng nhập, lưu token và bảo vệ các trang cần đăng nhập.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 giao diện WarehouseManagement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10058400" cy="2971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Sử dụng ReactJS, TypeScript, Vite và Tailwind CSS.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trang đăng nhập và các trang quản lý theo từng nghiệp vụ.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menu bên trái để chuyển giữa các chức năng.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form nhập liệu, bảng danh sách, nút thêm, sửa, xóa và thông báo kết quả.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Giao diện được xây dựng theo mẫu admin dashboard nên dễ quan sát dữ liệu.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4617720"/>
            <a:ext cx="9326880" cy="822960"/>
          </a:xfrm>
          <a:prstGeom prst="roundRect">
            <a:avLst>
              <a:gd name="adj" fmla="val 5556"/>
            </a:avLst>
          </a:prstGeom>
          <a:solidFill>
            <a:srgbClr val="D9EAF7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4754880"/>
            <a:ext cx="89976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Nhận xét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1912" y="5120640"/>
            <a:ext cx="899769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 giao diện đã đáp ứng được các thao tác cơ bản của người dùng, nhưng vẫn có thể cải thiện thêm về thẩm mỹ và trải nghiệm sử dụng.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 backend WarehouseAPI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10058400" cy="3063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Sử dụng ASP.NET Core Web API để tạo các API cho frontend gọi đến.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Sử dụng Entity Framework Core để làm việc với cơ sở dữ liệu SQL Server.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các controller cho vật tư, nhà cung cấp, kho, nhập kho, xuất kho, kiểm kê, tồn kho và tài khoản.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xử lý đăng nhập bằng JWT và refresh token.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 phiếu nhập hoặc phiếu xuất được duyệt, hệ thống có cập nhật số lượng tồn kho.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4681728"/>
            <a:ext cx="9326880" cy="804672"/>
          </a:xfrm>
          <a:prstGeom prst="roundRect">
            <a:avLst>
              <a:gd name="adj" fmla="val 5682"/>
            </a:avLst>
          </a:prstGeom>
          <a:solidFill>
            <a:srgbClr val="E2F0D9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4818888"/>
            <a:ext cx="89976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Nhận xét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1912" y="5184648"/>
            <a:ext cx="8997696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đã xử lý được các nghiệp vụ chính, nhưng vẫn cần kiểm thử kỹ hơn để tránh lỗi dữ liệu trong các trường hợp đặc biệt.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Những phần đã làm được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1005840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Hoàn thành cấu trúc frontend và backend riêng biệt.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được các màn hình quản lý dữ liệu kho cơ bản.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Xây dựng được API thêm, sửa, xóa, xem danh sách cho nhiều đối tượng.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đăng nhập và bảo vệ trang sau khi đăng nhập.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chức năng nhập kho, xuất kho, kiểm kê và theo dõi tồn kho.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Có chức năng xuất báo cáo Excel cho một số dữ liệu.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Những phần chưa làm được hoặc cần cải thiện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kiểm thử đầy đủ tất cả trường hợp lỗi trong quá trình nhập, xuất và kiểm kê.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Phân quyền trên giao diện còn có thể làm rõ hơn theo từng vai trò người dùng.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Một số thông báo lỗi và nội dung tiếng Việt cần chuẩn hóa lại để dễ đọc hơn.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có dashboard thống kê trực quan như biểu đồ tồn kho, vật tư sắp hết.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tối ưu hoàn toàn giao diện trên mọi kích thước màn hình.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Cần bổ sung tài liệu hướng dẫn sử dụng cho người dùng cuối.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luận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987552"/>
            <a:ext cx="10927080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8890">
            <a:solidFill>
              <a:srgbClr val="B7B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án: Hệ thống quản lý kho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Đồ án đã xây dựng được một hệ thống quản lý kho ở mức cơ bản.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 thống có đủ các phần chính: giao diện, API, cơ sở dữ liệu và xử lý nghiệp vụ.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 đồ án, em hiểu rõ hơn cách xây dựng một ứng dụng web hoàn chỉnh.</a:t>
            </a:r>
            <a:endParaRPr lang="en-US" sz="1900" dirty="0"/>
          </a:p>
          <a:p>
            <a:r>
              <a:rPr lang="en-US" sz="19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Trong tương lai có thể tiếp tục hoàn thiện giao diện, phân quyền, báo cáo và kiểm thử.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417320" y="4663440"/>
            <a:ext cx="9326880" cy="822960"/>
          </a:xfrm>
          <a:prstGeom prst="roundRect">
            <a:avLst>
              <a:gd name="adj" fmla="val 5556"/>
            </a:avLst>
          </a:prstGeom>
          <a:solidFill>
            <a:srgbClr val="FCE4D6"/>
          </a:solidFill>
          <a:ln w="1016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4800600"/>
            <a:ext cx="8997696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Hướng phát triển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1912" y="5166360"/>
            <a:ext cx="899769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Bổ sung biểu đồ thống kê, cảnh báo tồn kho thấp, nhật ký thao tác, phân quyền chi tiết và kiểm thử tự động cho các chức năng quan trọng.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an quan ly kho</dc:title>
  <dc:subject>Slide gioi thieu do an quan ly kho</dc:subject>
  <dc:creator>Codex</dc:creator>
  <cp:lastModifiedBy>Codex</cp:lastModifiedBy>
  <cp:revision>1</cp:revision>
  <dcterms:created xsi:type="dcterms:W3CDTF">2026-06-15T05:10:38Z</dcterms:created>
  <dcterms:modified xsi:type="dcterms:W3CDTF">2026-06-15T05:10:38Z</dcterms:modified>
</cp:coreProperties>
</file>